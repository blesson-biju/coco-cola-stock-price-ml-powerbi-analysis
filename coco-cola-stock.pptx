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3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1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2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8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52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26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12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2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58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19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97746-AABC-6D3D-C2EA-01F72DE919F9}"/>
              </a:ext>
            </a:extLst>
          </p:cNvPr>
          <p:cNvSpPr txBox="1"/>
          <p:nvPr/>
        </p:nvSpPr>
        <p:spPr>
          <a:xfrm>
            <a:off x="1224924" y="1283420"/>
            <a:ext cx="99994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Stock Price Analysis &amp; Indicator-Based Modeling</a:t>
            </a:r>
            <a:br>
              <a:rPr lang="en-US" sz="4800" dirty="0"/>
            </a:br>
            <a:r>
              <a:rPr lang="en-US" sz="4800" dirty="0"/>
              <a:t>Using Python (ML) &amp; Power BI</a:t>
            </a:r>
            <a:endParaRPr lang="en-IN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B0AB5-90AC-AC6A-1CEF-9F128FB2D561}"/>
              </a:ext>
            </a:extLst>
          </p:cNvPr>
          <p:cNvSpPr txBox="1"/>
          <p:nvPr/>
        </p:nvSpPr>
        <p:spPr>
          <a:xfrm>
            <a:off x="1332269" y="41062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Python (Pandas, Scikit-learn), Power BI, DAX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BF9F-2A01-2586-9C45-046DE8C167FC}"/>
              </a:ext>
            </a:extLst>
          </p:cNvPr>
          <p:cNvSpPr txBox="1"/>
          <p:nvPr/>
        </p:nvSpPr>
        <p:spPr>
          <a:xfrm>
            <a:off x="6666271" y="5040011"/>
            <a:ext cx="38247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Blesson Biju</a:t>
            </a:r>
          </a:p>
          <a:p>
            <a:pPr>
              <a:buNone/>
            </a:pPr>
            <a:r>
              <a:rPr lang="en-IN" sz="2000" b="1" dirty="0"/>
              <a:t>UMID – UMID27112571779</a:t>
            </a:r>
          </a:p>
          <a:p>
            <a:r>
              <a:rPr lang="en-IN" sz="2000" b="1"/>
              <a:t>Dec 1</a:t>
            </a:r>
            <a:r>
              <a:rPr lang="en-IN" sz="2000" b="1" baseline="30000"/>
              <a:t>st</a:t>
            </a:r>
            <a:r>
              <a:rPr lang="en-IN" sz="2000" b="1"/>
              <a:t> Batch</a:t>
            </a:r>
          </a:p>
        </p:txBody>
      </p:sp>
    </p:spTree>
    <p:extLst>
      <p:ext uri="{BB962C8B-B14F-4D97-AF65-F5344CB8AC3E}">
        <p14:creationId xmlns:p14="http://schemas.microsoft.com/office/powerpoint/2010/main" val="53880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B641-3E95-2CC4-89AB-E7876A7F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6F6243-5ABA-AAA6-4D8D-53110672CD4E}"/>
              </a:ext>
            </a:extLst>
          </p:cNvPr>
          <p:cNvSpPr txBox="1"/>
          <p:nvPr/>
        </p:nvSpPr>
        <p:spPr>
          <a:xfrm>
            <a:off x="2185560" y="0"/>
            <a:ext cx="8937710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Problem Statement &amp; Objective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9B43F-FA48-20FF-EDBD-05EC9CC54C96}"/>
              </a:ext>
            </a:extLst>
          </p:cNvPr>
          <p:cNvSpPr txBox="1"/>
          <p:nvPr/>
        </p:nvSpPr>
        <p:spPr>
          <a:xfrm>
            <a:off x="831880" y="1193514"/>
            <a:ext cx="111826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Stock price data contains complex patterns influenced by trading activity and technical indicators.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7BDEA-4FFC-B67C-4887-A24F97F2DDE5}"/>
              </a:ext>
            </a:extLst>
          </p:cNvPr>
          <p:cNvSpPr txBox="1"/>
          <p:nvPr/>
        </p:nvSpPr>
        <p:spPr>
          <a:xfrm>
            <a:off x="940444" y="1995212"/>
            <a:ext cx="9002210" cy="3669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400" b="1" dirty="0"/>
              <a:t>Objectives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Perform Exploratory Data Analysis (EDA)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Engineer technical indicators (MA, Volatility, Returns)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Build a machine learning model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Validate feature behavior visually using Power BI</a:t>
            </a:r>
          </a:p>
        </p:txBody>
      </p:sp>
    </p:spTree>
    <p:extLst>
      <p:ext uri="{BB962C8B-B14F-4D97-AF65-F5344CB8AC3E}">
        <p14:creationId xmlns:p14="http://schemas.microsoft.com/office/powerpoint/2010/main" val="6670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5CE8-1A55-4D54-3180-7A77F150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6D2096-CD73-BB27-FCE3-13D1BBB63331}"/>
              </a:ext>
            </a:extLst>
          </p:cNvPr>
          <p:cNvSpPr txBox="1"/>
          <p:nvPr/>
        </p:nvSpPr>
        <p:spPr>
          <a:xfrm>
            <a:off x="3475577" y="665281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Dataset Overview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CCFD2-0C34-7731-F1BC-42CE7CC81111}"/>
              </a:ext>
            </a:extLst>
          </p:cNvPr>
          <p:cNvSpPr txBox="1"/>
          <p:nvPr/>
        </p:nvSpPr>
        <p:spPr>
          <a:xfrm>
            <a:off x="1623350" y="2060119"/>
            <a:ext cx="6094070" cy="2341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Key Features: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Open, High, Low, Close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Volume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Dividends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Stock Splits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2DC2B-8854-72A1-25AD-5B2BE1E9FB91}"/>
              </a:ext>
            </a:extLst>
          </p:cNvPr>
          <p:cNvSpPr txBox="1"/>
          <p:nvPr/>
        </p:nvSpPr>
        <p:spPr>
          <a:xfrm>
            <a:off x="6096000" y="2060119"/>
            <a:ext cx="6094070" cy="2341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Engineered Features: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20-day Moving Average (MA_20)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50-day Moving Average (MA_50)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Daily Return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Volatility</a:t>
            </a:r>
          </a:p>
        </p:txBody>
      </p:sp>
    </p:spTree>
    <p:extLst>
      <p:ext uri="{BB962C8B-B14F-4D97-AF65-F5344CB8AC3E}">
        <p14:creationId xmlns:p14="http://schemas.microsoft.com/office/powerpoint/2010/main" val="377574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6286-29AF-73E2-4D77-CE2FF523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7D7DA-FFE9-AE68-1386-6F365949CF1A}"/>
              </a:ext>
            </a:extLst>
          </p:cNvPr>
          <p:cNvSpPr txBox="1"/>
          <p:nvPr/>
        </p:nvSpPr>
        <p:spPr>
          <a:xfrm>
            <a:off x="2196677" y="423698"/>
            <a:ext cx="9180779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Exploratory Data Analysis (EDA)</a:t>
            </a:r>
            <a:endParaRPr lang="en-US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420FC-E0E3-D55D-4D15-66123F310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686" y="1806921"/>
            <a:ext cx="5120312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distribution patterns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 behavior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Rolling indicator behavior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 value handling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 corrections</a:t>
            </a:r>
          </a:p>
        </p:txBody>
      </p:sp>
    </p:spTree>
    <p:extLst>
      <p:ext uri="{BB962C8B-B14F-4D97-AF65-F5344CB8AC3E}">
        <p14:creationId xmlns:p14="http://schemas.microsoft.com/office/powerpoint/2010/main" val="12161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EC9A-5118-C4DC-55EE-C9E815BF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3A0C4-6358-3890-ECB4-733EC43F8354}"/>
              </a:ext>
            </a:extLst>
          </p:cNvPr>
          <p:cNvSpPr txBox="1"/>
          <p:nvPr/>
        </p:nvSpPr>
        <p:spPr>
          <a:xfrm>
            <a:off x="3444448" y="345373"/>
            <a:ext cx="6830964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Feature Engineering</a:t>
            </a:r>
            <a:endParaRPr lang="en-US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55F778-804F-F018-95CC-1F545E77E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595" y="1477504"/>
            <a:ext cx="8695586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Moving Averages smooth short-term fluctuations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Return captures percentage change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Volatility measures price dispersion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60609-55A7-F7C4-BAF3-9115253A8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05" y="3429000"/>
            <a:ext cx="2957861" cy="65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</a:rPr>
              <a:t>Why important?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F009966-8480-3FA0-EA98-AAA77B5D4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595" y="4087450"/>
            <a:ext cx="7003840" cy="130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model input quality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understand price stability vs risk</a:t>
            </a:r>
          </a:p>
        </p:txBody>
      </p:sp>
    </p:spTree>
    <p:extLst>
      <p:ext uri="{BB962C8B-B14F-4D97-AF65-F5344CB8AC3E}">
        <p14:creationId xmlns:p14="http://schemas.microsoft.com/office/powerpoint/2010/main" val="175726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3F37-1291-6A3E-D12F-3F20441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36236-FB0A-DF94-5738-BD20B0243418}"/>
              </a:ext>
            </a:extLst>
          </p:cNvPr>
          <p:cNvSpPr txBox="1"/>
          <p:nvPr/>
        </p:nvSpPr>
        <p:spPr>
          <a:xfrm>
            <a:off x="0" y="619681"/>
            <a:ext cx="12192000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/>
              <a:t>Machine Learning Approach</a:t>
            </a:r>
            <a:endParaRPr lang="en-US" sz="4000" b="1" dirty="0">
              <a:latin typeface="+mj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840648A-CCB0-21DA-61C7-7ED53AEB1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468" y="2027227"/>
            <a:ext cx="9135834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 (Close price)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used (e.g., Linear Regression / Random Forest / etc.)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 (R² / MAE / RMSE)</a:t>
            </a:r>
          </a:p>
        </p:txBody>
      </p:sp>
    </p:spTree>
    <p:extLst>
      <p:ext uri="{BB962C8B-B14F-4D97-AF65-F5344CB8AC3E}">
        <p14:creationId xmlns:p14="http://schemas.microsoft.com/office/powerpoint/2010/main" val="62049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E95F-AA60-E400-802B-EDF77026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37" y="527706"/>
            <a:ext cx="8993310" cy="1140542"/>
          </a:xfrm>
        </p:spPr>
        <p:txBody>
          <a:bodyPr>
            <a:noAutofit/>
          </a:bodyPr>
          <a:lstStyle/>
          <a:p>
            <a:r>
              <a:rPr lang="en-IN" sz="4000" b="1" dirty="0"/>
              <a:t>Power BI Dashboard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ABD89-7A22-D00E-6AA8-BEF7D7FDFC1E}"/>
              </a:ext>
            </a:extLst>
          </p:cNvPr>
          <p:cNvSpPr txBox="1"/>
          <p:nvPr/>
        </p:nvSpPr>
        <p:spPr>
          <a:xfrm>
            <a:off x="794576" y="1668248"/>
            <a:ext cx="10178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Power BI dashboard was built using the cleaned dataset to visually validate relationships between:</a:t>
            </a:r>
            <a:endParaRPr lang="en-IN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86CA890-DAEB-A925-CD7E-53825F3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821" y="2416562"/>
            <a:ext cx="4884671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Closing Price Distribution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 vs Closing Price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MA_20 vs Closing Price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Volatility vs Closing Price</a:t>
            </a:r>
          </a:p>
        </p:txBody>
      </p:sp>
    </p:spTree>
    <p:extLst>
      <p:ext uri="{BB962C8B-B14F-4D97-AF65-F5344CB8AC3E}">
        <p14:creationId xmlns:p14="http://schemas.microsoft.com/office/powerpoint/2010/main" val="54708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D1D4-0A95-95E4-B80A-07D293BE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378" y="0"/>
            <a:ext cx="9345811" cy="1905000"/>
          </a:xfrm>
        </p:spPr>
        <p:txBody>
          <a:bodyPr>
            <a:normAutofit/>
          </a:bodyPr>
          <a:lstStyle/>
          <a:p>
            <a:r>
              <a:rPr lang="en-IN" sz="4000" b="1" dirty="0"/>
              <a:t>Key Insights from Dashboard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DD8A08A-7555-E3C3-0012-4F97B4F7A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38" y="1771272"/>
            <a:ext cx="10357323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Closing prices show clustered distribution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trading volume does not always imply higher price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MA_20 closely follows closing price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Volatility varies across price ranges</a:t>
            </a:r>
          </a:p>
        </p:txBody>
      </p:sp>
    </p:spTree>
    <p:extLst>
      <p:ext uri="{BB962C8B-B14F-4D97-AF65-F5344CB8AC3E}">
        <p14:creationId xmlns:p14="http://schemas.microsoft.com/office/powerpoint/2010/main" val="177224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9919-EA6A-ECFD-DE25-16812D7E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815" y="94871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Conclusion &amp; Learnings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CC9A5-2092-44C9-57CC-80F4F9CCBEDC}"/>
              </a:ext>
            </a:extLst>
          </p:cNvPr>
          <p:cNvSpPr txBox="1"/>
          <p:nvPr/>
        </p:nvSpPr>
        <p:spPr>
          <a:xfrm>
            <a:off x="928869" y="1630539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4">
                    <a:lumMod val="75000"/>
                  </a:schemeClr>
                </a:solidFill>
              </a:rPr>
              <a:t>What I Learned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19A1706-44BF-6C07-1A1A-3C2C26359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838" y="2309078"/>
            <a:ext cx="6626366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 of proper data cleaning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impact on ML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validation improves interpretability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complements ML analysis</a:t>
            </a:r>
          </a:p>
        </p:txBody>
      </p:sp>
    </p:spTree>
    <p:extLst>
      <p:ext uri="{BB962C8B-B14F-4D97-AF65-F5344CB8AC3E}">
        <p14:creationId xmlns:p14="http://schemas.microsoft.com/office/powerpoint/2010/main" val="194720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0F8B-0415-43E7-6505-A36D1710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980"/>
            <a:ext cx="12191999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13FBC6-1299-5BC4-59DE-8248A8EB7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142" y="1826995"/>
            <a:ext cx="7359707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(Pandas, NumPy, Scikit-learn)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&amp; DAX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CSV-based analytics dataset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893208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CB28D1-7D19-3A02-2F18-D20590B44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5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B53CDC-752F-B325-4521-FE33EBD40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95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342FE7-89BA-2F67-483B-20145284E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5531"/>
            <a:ext cx="12192000" cy="496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2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0E40F2-4146-A9A1-22B6-0F4528799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9792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30B999-EEBA-E78F-73C7-F5091DAD5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2578"/>
            <a:ext cx="12192000" cy="14040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116997-7BB6-7C14-1C16-CFCC2B5C2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6659"/>
            <a:ext cx="12192000" cy="15128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5C8C5A-C58C-377B-854C-5C86B789D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69535"/>
            <a:ext cx="12192000" cy="198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8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DF4E2-3E2D-D0A1-B34C-197B1CF2A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9121"/>
            <a:ext cx="12192000" cy="711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164339-C33D-6324-D26C-BCD08615F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82"/>
            <a:ext cx="12192000" cy="21743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7857C4-1AF2-4B7F-79D6-230B57D6C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0766"/>
            <a:ext cx="12192000" cy="3194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486377-6954-07EE-4C53-6A89D0195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4" y="5404987"/>
            <a:ext cx="12192000" cy="141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1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CAD6-FF2E-F7E9-46EB-A751FBC85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E81E2E-7274-155D-BE00-9EA256A72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183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272FF2-6D39-E3C1-F20C-E36B4BD44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3038"/>
            <a:ext cx="12192000" cy="367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33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EA81-F79C-FED5-9465-B8598854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71A611-35D8-885F-ED45-497509201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286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148</TotalTime>
  <Words>319</Words>
  <Application>Microsoft Office PowerPoint</Application>
  <PresentationFormat>Widescreen</PresentationFormat>
  <Paragraphs>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BI Dashboard Overview</vt:lpstr>
      <vt:lpstr>Key Insights from Dashboard</vt:lpstr>
      <vt:lpstr>Conclusion &amp; Learnings</vt:lpstr>
      <vt:lpstr>Tools &amp;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Blesson Biju</dc:creator>
  <cp:lastModifiedBy>Blesson Biju</cp:lastModifiedBy>
  <cp:revision>5</cp:revision>
  <dcterms:created xsi:type="dcterms:W3CDTF">2026-02-07T13:10:56Z</dcterms:created>
  <dcterms:modified xsi:type="dcterms:W3CDTF">2026-02-19T13:58:14Z</dcterms:modified>
</cp:coreProperties>
</file>